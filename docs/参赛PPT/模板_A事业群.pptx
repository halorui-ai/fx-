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663" r:id="rId2"/>
    <p:sldMasterId id="2147483651" r:id="rId3"/>
  </p:sldMasterIdLst>
  <p:notesMasterIdLst>
    <p:notesMasterId r:id="rId8"/>
  </p:notesMasterIdLst>
  <p:sldIdLst>
    <p:sldId id="256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6" userDrawn="1">
          <p15:clr>
            <a:srgbClr val="A4A3A4"/>
          </p15:clr>
        </p15:guide>
        <p15:guide id="2" pos="692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59A8"/>
    <a:srgbClr val="0966C3"/>
    <a:srgbClr val="FFE549"/>
    <a:srgbClr val="E73433"/>
    <a:srgbClr val="8EC31F"/>
    <a:srgbClr val="0052A4"/>
    <a:srgbClr val="41C0F0"/>
    <a:srgbClr val="FFDE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8908" autoAdjust="0"/>
  </p:normalViewPr>
  <p:slideViewPr>
    <p:cSldViewPr snapToGrid="0">
      <p:cViewPr varScale="1">
        <p:scale>
          <a:sx n="73" d="100"/>
          <a:sy n="73" d="100"/>
        </p:scale>
        <p:origin x="594" y="66"/>
      </p:cViewPr>
      <p:guideLst>
        <p:guide orient="horz" pos="436"/>
        <p:guide pos="69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83CC5F-F3D2-D240-A0DD-1C8E70CC50D9}" type="datetimeFigureOut">
              <a:rPr kumimoji="1" lang="zh-CN" altLang="en-US" smtClean="0"/>
              <a:t>2024/2/27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C24195-F979-4444-AA07-A51AD00F949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7359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3EF09D-68CC-78E2-D0B8-9AA93E9F67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0660B7E-67FA-7677-AF42-A3C5B5ADAD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404840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1">
            <a:extLst>
              <a:ext uri="{FF2B5EF4-FFF2-40B4-BE49-F238E27FC236}">
                <a16:creationId xmlns:a16="http://schemas.microsoft.com/office/drawing/2014/main" id="{DE98DA66-5EE3-2B36-A690-D48E7D0D79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379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对角圆角矩形 6">
            <a:extLst>
              <a:ext uri="{FF2B5EF4-FFF2-40B4-BE49-F238E27FC236}">
                <a16:creationId xmlns:a16="http://schemas.microsoft.com/office/drawing/2014/main" id="{2B3C9C3F-22FF-0A97-FB81-783FECEED7C9}"/>
              </a:ext>
            </a:extLst>
          </p:cNvPr>
          <p:cNvSpPr/>
          <p:nvPr userDrawn="1"/>
        </p:nvSpPr>
        <p:spPr>
          <a:xfrm>
            <a:off x="1738376" y="2195631"/>
            <a:ext cx="1762559" cy="421296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  <a:tileRect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kumimoji="1" lang="en-US" altLang="zh-CN" sz="16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CONTENTS</a:t>
            </a:r>
            <a:endParaRPr kumimoji="1" lang="zh-CN" altLang="en-US" sz="16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文本框 151">
            <a:extLst>
              <a:ext uri="{FF2B5EF4-FFF2-40B4-BE49-F238E27FC236}">
                <a16:creationId xmlns:a16="http://schemas.microsoft.com/office/drawing/2014/main" id="{970AA337-AA77-8E0E-322A-6EB6F2110F68}"/>
              </a:ext>
            </a:extLst>
          </p:cNvPr>
          <p:cNvSpPr txBox="1"/>
          <p:nvPr userDrawn="1"/>
        </p:nvSpPr>
        <p:spPr>
          <a:xfrm>
            <a:off x="1642464" y="1212040"/>
            <a:ext cx="19543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5400" b="1" dirty="0">
                <a:latin typeface="Arial" panose="020B0604020202020204" pitchFamily="34" charset="0"/>
                <a:ea typeface="Microsoft YaHei" panose="020B0503020204020204" pitchFamily="34" charset="-122"/>
              </a:rPr>
              <a:t>目  录</a:t>
            </a:r>
          </a:p>
        </p:txBody>
      </p:sp>
    </p:spTree>
    <p:extLst>
      <p:ext uri="{BB962C8B-B14F-4D97-AF65-F5344CB8AC3E}">
        <p14:creationId xmlns:p14="http://schemas.microsoft.com/office/powerpoint/2010/main" val="2917397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6" descr="查看图片">
            <a:extLst>
              <a:ext uri="{FF2B5EF4-FFF2-40B4-BE49-F238E27FC236}">
                <a16:creationId xmlns:a16="http://schemas.microsoft.com/office/drawing/2014/main" id="{CEE14E8C-F004-AC8C-5BA3-9704BF753A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6683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DD62B1-AD48-401F-91A2-BD5637474FB3}" type="datetimeFigureOut">
              <a:rPr lang="zh-TW" altLang="en-US" smtClean="0"/>
              <a:t>2024/2/27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85F256-6833-4D38-8F08-CE680E3031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9120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DD62B1-AD48-401F-91A2-BD5637474FB3}" type="datetimeFigureOut">
              <a:rPr lang="zh-TW" altLang="en-US" smtClean="0"/>
              <a:t>2024/2/27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85F256-6833-4D38-8F08-CE680E3031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3029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DD62B1-AD48-401F-91A2-BD5637474FB3}" type="datetimeFigureOut">
              <a:rPr lang="zh-TW" altLang="en-US" smtClean="0"/>
              <a:t>2024/2/27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85F256-6833-4D38-8F08-CE680E3031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9493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DD62B1-AD48-401F-91A2-BD5637474FB3}" type="datetimeFigureOut">
              <a:rPr lang="zh-TW" altLang="en-US" smtClean="0"/>
              <a:t>2024/2/27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85F256-6833-4D38-8F08-CE680E3031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3310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DD62B1-AD48-401F-91A2-BD5637474FB3}" type="datetimeFigureOut">
              <a:rPr lang="zh-TW" altLang="en-US" smtClean="0"/>
              <a:t>2024/2/27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85F256-6833-4D38-8F08-CE680E3031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2607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DD62B1-AD48-401F-91A2-BD5637474FB3}" type="datetimeFigureOut">
              <a:rPr lang="zh-TW" altLang="en-US" smtClean="0"/>
              <a:t>2024/2/27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85F256-6833-4D38-8F08-CE680E3031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8224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DD62B1-AD48-401F-91A2-BD5637474FB3}" type="datetimeFigureOut">
              <a:rPr lang="zh-TW" altLang="en-US" smtClean="0"/>
              <a:t>2024/2/27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85F256-6833-4D38-8F08-CE680E3031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74866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DD62B1-AD48-401F-91A2-BD5637474FB3}" type="datetimeFigureOut">
              <a:rPr lang="zh-TW" altLang="en-US" smtClean="0"/>
              <a:t>2024/2/27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85F256-6833-4D38-8F08-CE680E3031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9647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DD62B1-AD48-401F-91A2-BD5637474FB3}" type="datetimeFigureOut">
              <a:rPr lang="zh-TW" altLang="en-US" smtClean="0"/>
              <a:t>2024/2/27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85F256-6833-4D38-8F08-CE680E3031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96792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DD62B1-AD48-401F-91A2-BD5637474FB3}" type="datetimeFigureOut">
              <a:rPr lang="zh-TW" altLang="en-US" smtClean="0"/>
              <a:t>2024/2/27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85F256-6833-4D38-8F08-CE680E3031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7431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0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图片3">
            <a:extLst>
              <a:ext uri="{FF2B5EF4-FFF2-40B4-BE49-F238E27FC236}">
                <a16:creationId xmlns:a16="http://schemas.microsoft.com/office/drawing/2014/main" id="{5B8FCDE2-5D51-F80C-E49D-C678C9BA981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E6FEE67-5F0E-FD88-820E-A87F4B40E5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t="1848" r="50956" b="80865"/>
          <a:stretch/>
        </p:blipFill>
        <p:spPr>
          <a:xfrm>
            <a:off x="9919085" y="272949"/>
            <a:ext cx="2129623" cy="661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407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6" descr="查看图片">
            <a:extLst>
              <a:ext uri="{FF2B5EF4-FFF2-40B4-BE49-F238E27FC236}">
                <a16:creationId xmlns:a16="http://schemas.microsoft.com/office/drawing/2014/main" id="{CEE14E8C-F004-AC8C-5BA3-9704BF753A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3182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2">
            <a:extLst>
              <a:ext uri="{FF2B5EF4-FFF2-40B4-BE49-F238E27FC236}">
                <a16:creationId xmlns:a16="http://schemas.microsoft.com/office/drawing/2014/main" id="{9A63F3BA-33FA-2F0C-6723-AB9AD55C80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t="1848" r="50956" b="80865"/>
          <a:stretch/>
        </p:blipFill>
        <p:spPr>
          <a:xfrm>
            <a:off x="10754997" y="175070"/>
            <a:ext cx="1387456" cy="430858"/>
          </a:xfrm>
          <a:prstGeom prst="rect">
            <a:avLst/>
          </a:prstGeom>
        </p:spPr>
      </p:pic>
      <p:cxnSp>
        <p:nvCxnSpPr>
          <p:cNvPr id="12" name="直线连接符 19">
            <a:extLst>
              <a:ext uri="{FF2B5EF4-FFF2-40B4-BE49-F238E27FC236}">
                <a16:creationId xmlns:a16="http://schemas.microsoft.com/office/drawing/2014/main" id="{400914D6-9219-9818-B60D-D462EC86E324}"/>
              </a:ext>
            </a:extLst>
          </p:cNvPr>
          <p:cNvCxnSpPr>
            <a:cxnSpLocks/>
          </p:cNvCxnSpPr>
          <p:nvPr userDrawn="1"/>
        </p:nvCxnSpPr>
        <p:spPr>
          <a:xfrm>
            <a:off x="0" y="599866"/>
            <a:ext cx="12192000" cy="0"/>
          </a:xfrm>
          <a:prstGeom prst="line">
            <a:avLst/>
          </a:prstGeom>
          <a:ln w="12700" cmpd="sng">
            <a:gradFill>
              <a:gsLst>
                <a:gs pos="100000">
                  <a:schemeClr val="bg1">
                    <a:lumMod val="75000"/>
                    <a:alpha val="0"/>
                  </a:schemeClr>
                </a:gs>
                <a:gs pos="0">
                  <a:schemeClr val="bg1">
                    <a:lumMod val="75000"/>
                  </a:schemeClr>
                </a:gs>
              </a:gsLst>
              <a:lin ang="0" scaled="0"/>
            </a:gradFill>
            <a:prstDash val="sys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id="{A4259600-3B48-EB04-9AD0-5807EC3744EA}"/>
              </a:ext>
            </a:extLst>
          </p:cNvPr>
          <p:cNvSpPr/>
          <p:nvPr userDrawn="1"/>
        </p:nvSpPr>
        <p:spPr>
          <a:xfrm>
            <a:off x="450311" y="235244"/>
            <a:ext cx="275773" cy="275773"/>
          </a:xfrm>
          <a:prstGeom prst="ellipse">
            <a:avLst/>
          </a:prstGeom>
          <a:gradFill>
            <a:gsLst>
              <a:gs pos="0">
                <a:srgbClr val="01B0F0">
                  <a:alpha val="0"/>
                </a:srgbClr>
              </a:gs>
              <a:gs pos="100000">
                <a:srgbClr val="01B0F0"/>
              </a:gs>
            </a:gsLst>
            <a:lin ang="0" scaled="0"/>
          </a:gradFill>
          <a:ln w="730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14" name="椭圆 10">
            <a:extLst>
              <a:ext uri="{FF2B5EF4-FFF2-40B4-BE49-F238E27FC236}">
                <a16:creationId xmlns:a16="http://schemas.microsoft.com/office/drawing/2014/main" id="{9273DC72-021C-E3E4-9FB9-C8FB93367F6C}"/>
              </a:ext>
            </a:extLst>
          </p:cNvPr>
          <p:cNvSpPr/>
          <p:nvPr userDrawn="1"/>
        </p:nvSpPr>
        <p:spPr>
          <a:xfrm>
            <a:off x="292488" y="235244"/>
            <a:ext cx="275773" cy="275773"/>
          </a:xfrm>
          <a:prstGeom prst="ellipse">
            <a:avLst/>
          </a:prstGeom>
          <a:solidFill>
            <a:srgbClr val="FFC001"/>
          </a:solidFill>
          <a:ln w="730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73441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对角圆角矩形 6">
            <a:extLst>
              <a:ext uri="{FF2B5EF4-FFF2-40B4-BE49-F238E27FC236}">
                <a16:creationId xmlns:a16="http://schemas.microsoft.com/office/drawing/2014/main" id="{F1E50FF4-F791-5056-E497-FFDA41B5B33E}"/>
              </a:ext>
            </a:extLst>
          </p:cNvPr>
          <p:cNvSpPr/>
          <p:nvPr/>
        </p:nvSpPr>
        <p:spPr>
          <a:xfrm>
            <a:off x="9386773" y="4452470"/>
            <a:ext cx="1554834" cy="29810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  <a:tileRect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时间：</a:t>
            </a:r>
            <a:r>
              <a:rPr kumimoji="1" lang="en-US" altLang="zh-CN" sz="12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2024/2/16</a:t>
            </a:r>
            <a:endParaRPr kumimoji="1" lang="zh-CN" altLang="en-US" sz="12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对角圆角矩形 5">
            <a:extLst>
              <a:ext uri="{FF2B5EF4-FFF2-40B4-BE49-F238E27FC236}">
                <a16:creationId xmlns:a16="http://schemas.microsoft.com/office/drawing/2014/main" id="{A8653F83-E4CB-0821-92C0-CC6D035E4C8A}"/>
              </a:ext>
            </a:extLst>
          </p:cNvPr>
          <p:cNvSpPr/>
          <p:nvPr/>
        </p:nvSpPr>
        <p:spPr>
          <a:xfrm>
            <a:off x="9229726" y="3840404"/>
            <a:ext cx="1730742" cy="360000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  <a:tileRect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报告人</a:t>
            </a:r>
            <a:r>
              <a:rPr kumimoji="1" lang="zh-CN" altLang="en-US" sz="1600" b="1" dirty="0" smtClean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kumimoji="1" lang="en-US" altLang="zh-CN" sz="1600" b="1" dirty="0" smtClean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 X X</a:t>
            </a:r>
            <a:endParaRPr kumimoji="1" lang="zh-CN" altLang="en-US" sz="16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1CDECDD-78EE-6885-7047-12FC1AF3D419}"/>
              </a:ext>
            </a:extLst>
          </p:cNvPr>
          <p:cNvSpPr txBox="1"/>
          <p:nvPr/>
        </p:nvSpPr>
        <p:spPr>
          <a:xfrm>
            <a:off x="0" y="2529621"/>
            <a:ext cx="110969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48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kumimoji="1" lang="zh-CN" altLang="en-US" sz="48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事</a:t>
            </a:r>
            <a:r>
              <a:rPr kumimoji="1" lang="zh-CN" altLang="en-US" sz="4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业群视觉规范</a:t>
            </a:r>
            <a:r>
              <a:rPr kumimoji="1" lang="en-US" altLang="zh-CN" sz="4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-PPT</a:t>
            </a:r>
            <a:r>
              <a:rPr kumimoji="1" lang="zh-CN" altLang="en-US" sz="4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模板</a:t>
            </a:r>
          </a:p>
        </p:txBody>
      </p:sp>
      <p:sp>
        <p:nvSpPr>
          <p:cNvPr id="4" name="直線圖說文字 1 3"/>
          <p:cNvSpPr/>
          <p:nvPr/>
        </p:nvSpPr>
        <p:spPr>
          <a:xfrm flipH="1">
            <a:off x="4309534" y="1958121"/>
            <a:ext cx="4792134" cy="431800"/>
          </a:xfrm>
          <a:prstGeom prst="borderCallout1">
            <a:avLst>
              <a:gd name="adj1" fmla="val 52083"/>
              <a:gd name="adj2" fmla="val -2768"/>
              <a:gd name="adj3" fmla="val 146814"/>
              <a:gd name="adj4" fmla="val -1677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主標題字號：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Microsoft </a:t>
            </a:r>
            <a:r>
              <a:rPr lang="en-US" altLang="zh-CN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YaHei 48</a:t>
            </a:r>
            <a:r>
              <a:rPr lang="zh-CN" altLang="en-US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號 加粗</a:t>
            </a:r>
            <a:endParaRPr lang="zh-TW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直線圖說文字 1 9"/>
          <p:cNvSpPr/>
          <p:nvPr/>
        </p:nvSpPr>
        <p:spPr>
          <a:xfrm flipH="1">
            <a:off x="2667000" y="3804504"/>
            <a:ext cx="4792134" cy="431800"/>
          </a:xfrm>
          <a:prstGeom prst="borderCallout1">
            <a:avLst>
              <a:gd name="adj1" fmla="val 52083"/>
              <a:gd name="adj2" fmla="val -2768"/>
              <a:gd name="adj3" fmla="val 52696"/>
              <a:gd name="adj4" fmla="val -170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報告單位字號：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Microsoft </a:t>
            </a:r>
            <a:r>
              <a:rPr lang="en-US" altLang="zh-CN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YaHei 16</a:t>
            </a:r>
            <a:r>
              <a:rPr lang="zh-CN" altLang="en-US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號 加粗</a:t>
            </a:r>
            <a:endParaRPr lang="zh-TW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直線圖說文字 1 10"/>
          <p:cNvSpPr/>
          <p:nvPr/>
        </p:nvSpPr>
        <p:spPr>
          <a:xfrm flipH="1">
            <a:off x="2667000" y="4534679"/>
            <a:ext cx="4792134" cy="431800"/>
          </a:xfrm>
          <a:prstGeom prst="borderCallout1">
            <a:avLst>
              <a:gd name="adj1" fmla="val 52083"/>
              <a:gd name="adj2" fmla="val -2768"/>
              <a:gd name="adj3" fmla="val 52696"/>
              <a:gd name="adj4" fmla="val -170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報告時間字號：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Microsoft </a:t>
            </a:r>
            <a:r>
              <a:rPr lang="en-US" altLang="zh-CN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YaHei 12</a:t>
            </a:r>
            <a:r>
              <a:rPr lang="zh-CN" altLang="en-US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號 加粗</a:t>
            </a:r>
            <a:endParaRPr lang="zh-TW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4163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95">
            <a:extLst>
              <a:ext uri="{FF2B5EF4-FFF2-40B4-BE49-F238E27FC236}">
                <a16:creationId xmlns:a16="http://schemas.microsoft.com/office/drawing/2014/main" id="{35DA1A08-AA34-CDB3-FF45-B5FACF2606C1}"/>
              </a:ext>
            </a:extLst>
          </p:cNvPr>
          <p:cNvSpPr txBox="1"/>
          <p:nvPr/>
        </p:nvSpPr>
        <p:spPr>
          <a:xfrm>
            <a:off x="5875337" y="1212040"/>
            <a:ext cx="590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859A8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1.</a:t>
            </a:r>
            <a:endParaRPr lang="zh-CN" altLang="en-US" sz="2800" b="1" dirty="0">
              <a:solidFill>
                <a:srgbClr val="0859A8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1" name="TextBox 96">
            <a:extLst>
              <a:ext uri="{FF2B5EF4-FFF2-40B4-BE49-F238E27FC236}">
                <a16:creationId xmlns:a16="http://schemas.microsoft.com/office/drawing/2014/main" id="{EF05146C-0FEE-8647-D50E-A4B289E09703}"/>
              </a:ext>
            </a:extLst>
          </p:cNvPr>
          <p:cNvSpPr txBox="1"/>
          <p:nvPr/>
        </p:nvSpPr>
        <p:spPr>
          <a:xfrm>
            <a:off x="5875337" y="1986389"/>
            <a:ext cx="590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859A8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2.</a:t>
            </a:r>
            <a:endParaRPr lang="zh-CN" altLang="en-US" sz="2800" b="1" dirty="0">
              <a:solidFill>
                <a:srgbClr val="0859A8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2" name="TextBox 95">
            <a:extLst>
              <a:ext uri="{FF2B5EF4-FFF2-40B4-BE49-F238E27FC236}">
                <a16:creationId xmlns:a16="http://schemas.microsoft.com/office/drawing/2014/main" id="{06472C9C-39B8-DDC1-F841-CB8CF49EFAA2}"/>
              </a:ext>
            </a:extLst>
          </p:cNvPr>
          <p:cNvSpPr txBox="1"/>
          <p:nvPr/>
        </p:nvSpPr>
        <p:spPr>
          <a:xfrm>
            <a:off x="5875337" y="2750349"/>
            <a:ext cx="590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859A8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3.</a:t>
            </a:r>
            <a:endParaRPr lang="zh-CN" altLang="en-US" sz="2800" b="1" dirty="0">
              <a:solidFill>
                <a:srgbClr val="0859A8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3" name="TextBox 96">
            <a:extLst>
              <a:ext uri="{FF2B5EF4-FFF2-40B4-BE49-F238E27FC236}">
                <a16:creationId xmlns:a16="http://schemas.microsoft.com/office/drawing/2014/main" id="{6A8A60D1-5C0B-3CCF-55F8-024A64C30C74}"/>
              </a:ext>
            </a:extLst>
          </p:cNvPr>
          <p:cNvSpPr txBox="1"/>
          <p:nvPr/>
        </p:nvSpPr>
        <p:spPr>
          <a:xfrm>
            <a:off x="5875337" y="3522551"/>
            <a:ext cx="590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859A8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4.</a:t>
            </a:r>
            <a:endParaRPr lang="zh-CN" altLang="en-US" sz="2800" b="1" dirty="0">
              <a:solidFill>
                <a:srgbClr val="0859A8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7C452DCB-2967-161C-8AA6-9673B6E04CD6}"/>
              </a:ext>
            </a:extLst>
          </p:cNvPr>
          <p:cNvSpPr txBox="1"/>
          <p:nvPr/>
        </p:nvSpPr>
        <p:spPr>
          <a:xfrm>
            <a:off x="6295020" y="1310436"/>
            <a:ext cx="4254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3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Microsoft YaHei </a:t>
            </a:r>
            <a:r>
              <a:rPr lang="en-US" altLang="zh-CN" sz="20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号</a:t>
            </a:r>
            <a:r>
              <a:rPr lang="zh-CN" altLang="en-US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字</a:t>
            </a:r>
            <a:endParaRPr lang="zh-TW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9EDF2CD8-9CB5-E824-9C2A-F4F91A324176}"/>
              </a:ext>
            </a:extLst>
          </p:cNvPr>
          <p:cNvSpPr txBox="1"/>
          <p:nvPr/>
        </p:nvSpPr>
        <p:spPr>
          <a:xfrm>
            <a:off x="6295020" y="2076956"/>
            <a:ext cx="4254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3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Microsoft YaHei </a:t>
            </a:r>
            <a:r>
              <a:rPr lang="en-US" altLang="zh-CN" sz="20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号字</a:t>
            </a:r>
            <a:endParaRPr lang="zh-TW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TextBox 17">
            <a:extLst>
              <a:ext uri="{FF2B5EF4-FFF2-40B4-BE49-F238E27FC236}">
                <a16:creationId xmlns:a16="http://schemas.microsoft.com/office/drawing/2014/main" id="{C9D74DED-E8D0-0871-91E1-F2C37076E8AF}"/>
              </a:ext>
            </a:extLst>
          </p:cNvPr>
          <p:cNvSpPr txBox="1"/>
          <p:nvPr/>
        </p:nvSpPr>
        <p:spPr>
          <a:xfrm>
            <a:off x="6295020" y="2828176"/>
            <a:ext cx="4254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3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Microsoft YaHei </a:t>
            </a:r>
            <a:r>
              <a:rPr lang="en-US" altLang="zh-CN" sz="20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号字</a:t>
            </a:r>
            <a:endParaRPr lang="zh-TW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TextBox 17">
            <a:extLst>
              <a:ext uri="{FF2B5EF4-FFF2-40B4-BE49-F238E27FC236}">
                <a16:creationId xmlns:a16="http://schemas.microsoft.com/office/drawing/2014/main" id="{9267E6ED-4421-04D2-64AE-F51C9249A297}"/>
              </a:ext>
            </a:extLst>
          </p:cNvPr>
          <p:cNvSpPr txBox="1"/>
          <p:nvPr/>
        </p:nvSpPr>
        <p:spPr>
          <a:xfrm>
            <a:off x="6295020" y="3597650"/>
            <a:ext cx="4254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3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Microsoft YaHei </a:t>
            </a:r>
            <a:r>
              <a:rPr lang="en-US" altLang="zh-CN" sz="20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号字</a:t>
            </a:r>
            <a:endParaRPr lang="zh-TW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TextBox 96">
            <a:extLst>
              <a:ext uri="{FF2B5EF4-FFF2-40B4-BE49-F238E27FC236}">
                <a16:creationId xmlns:a16="http://schemas.microsoft.com/office/drawing/2014/main" id="{233E715A-38B6-F6D7-3C73-8A089F7C4300}"/>
              </a:ext>
            </a:extLst>
          </p:cNvPr>
          <p:cNvSpPr txBox="1"/>
          <p:nvPr/>
        </p:nvSpPr>
        <p:spPr>
          <a:xfrm>
            <a:off x="5875337" y="4244109"/>
            <a:ext cx="590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859A8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5.</a:t>
            </a:r>
            <a:endParaRPr lang="zh-CN" altLang="en-US" sz="2800" b="1" dirty="0">
              <a:solidFill>
                <a:srgbClr val="0859A8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8" name="TextBox 17">
            <a:extLst>
              <a:ext uri="{FF2B5EF4-FFF2-40B4-BE49-F238E27FC236}">
                <a16:creationId xmlns:a16="http://schemas.microsoft.com/office/drawing/2014/main" id="{06DAC136-0DFB-CF44-9125-0FD0FB81889A}"/>
              </a:ext>
            </a:extLst>
          </p:cNvPr>
          <p:cNvSpPr txBox="1"/>
          <p:nvPr/>
        </p:nvSpPr>
        <p:spPr>
          <a:xfrm>
            <a:off x="6295020" y="4340192"/>
            <a:ext cx="4254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32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Microsoft YaHei </a:t>
            </a:r>
            <a:r>
              <a:rPr lang="en-US" altLang="zh-CN" sz="20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号字</a:t>
            </a:r>
            <a:endParaRPr lang="zh-TW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直線圖說文字 1 15"/>
          <p:cNvSpPr/>
          <p:nvPr/>
        </p:nvSpPr>
        <p:spPr>
          <a:xfrm flipH="1">
            <a:off x="1083203" y="5031520"/>
            <a:ext cx="4792134" cy="431800"/>
          </a:xfrm>
          <a:prstGeom prst="borderCallout1">
            <a:avLst>
              <a:gd name="adj1" fmla="val 52083"/>
              <a:gd name="adj2" fmla="val -2768"/>
              <a:gd name="adj3" fmla="val -55147"/>
              <a:gd name="adj4" fmla="val -17661"/>
            </a:avLst>
          </a:prstGeom>
          <a:solidFill>
            <a:srgbClr val="0859A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目錄字號：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Microsoft </a:t>
            </a:r>
            <a:r>
              <a:rPr lang="en-US" altLang="zh-CN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YaHei 20</a:t>
            </a:r>
            <a:r>
              <a:rPr lang="zh-CN" altLang="en-US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號 加粗</a:t>
            </a:r>
            <a:endParaRPr lang="zh-TW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98193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0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>
            <a:extLst>
              <a:ext uri="{FF2B5EF4-FFF2-40B4-BE49-F238E27FC236}">
                <a16:creationId xmlns:a16="http://schemas.microsoft.com/office/drawing/2014/main" id="{F1B02A6F-D3FA-88C9-53DB-50390691ED5C}"/>
              </a:ext>
            </a:extLst>
          </p:cNvPr>
          <p:cNvSpPr txBox="1"/>
          <p:nvPr/>
        </p:nvSpPr>
        <p:spPr>
          <a:xfrm>
            <a:off x="743275" y="108732"/>
            <a:ext cx="151836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文字标题</a:t>
            </a:r>
          </a:p>
        </p:txBody>
      </p:sp>
      <p:sp>
        <p:nvSpPr>
          <p:cNvPr id="9" name="直線圖說文字 1 8"/>
          <p:cNvSpPr/>
          <p:nvPr/>
        </p:nvSpPr>
        <p:spPr>
          <a:xfrm>
            <a:off x="2980268" y="802421"/>
            <a:ext cx="4588932" cy="431800"/>
          </a:xfrm>
          <a:prstGeom prst="borderCallout1">
            <a:avLst>
              <a:gd name="adj1" fmla="val 52083"/>
              <a:gd name="adj2" fmla="val -2768"/>
              <a:gd name="adj3" fmla="val -22794"/>
              <a:gd name="adj4" fmla="val -20560"/>
            </a:avLst>
          </a:prstGeom>
          <a:solidFill>
            <a:srgbClr val="0859A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主標題字號：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Microsoft </a:t>
            </a:r>
            <a:r>
              <a:rPr lang="en-US" altLang="zh-CN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YaHei 26</a:t>
            </a:r>
            <a:r>
              <a:rPr lang="zh-CN" altLang="en-US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號 加粗</a:t>
            </a:r>
            <a:endParaRPr lang="zh-TW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6423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4026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1171</TotalTime>
  <Words>109</Words>
  <Application>Microsoft Office PowerPoint</Application>
  <PresentationFormat>寬螢幕</PresentationFormat>
  <Paragraphs>19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4</vt:i4>
      </vt:variant>
    </vt:vector>
  </HeadingPairs>
  <TitlesOfParts>
    <vt:vector size="16" baseType="lpstr">
      <vt:lpstr>等线</vt:lpstr>
      <vt:lpstr>Microsoft YaHei</vt:lpstr>
      <vt:lpstr>Microsoft YaHei</vt:lpstr>
      <vt:lpstr>黑体</vt:lpstr>
      <vt:lpstr>新細明體</vt:lpstr>
      <vt:lpstr>Arial</vt:lpstr>
      <vt:lpstr>Arial Black</vt:lpstr>
      <vt:lpstr>Calibri</vt:lpstr>
      <vt:lpstr>Calibri Light</vt:lpstr>
      <vt:lpstr>Office 主题​​</vt:lpstr>
      <vt:lpstr>1_自訂設計</vt:lpstr>
      <vt:lpstr>自訂設計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劉帆帆</cp:lastModifiedBy>
  <cp:revision>175</cp:revision>
  <dcterms:created xsi:type="dcterms:W3CDTF">2024-02-15T09:33:51Z</dcterms:created>
  <dcterms:modified xsi:type="dcterms:W3CDTF">2024-02-27T08:42:08Z</dcterms:modified>
</cp:coreProperties>
</file>